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58d04ecaf4c30" /><Relationship Type="http://schemas.openxmlformats.org/officeDocument/2006/relationships/extended-properties" Target="/docProps/app.xml" Id="R227b48e88f44468d" /><Relationship Type="http://schemas.openxmlformats.org/officeDocument/2006/relationships/officeDocument" Target="/ppt/presentation.xml" Id="Rd780fe2e4050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0f0495e3c4c1e"/>
  </p:sldMasterIdLst>
  <p:notesMasterIdLst>
    <p:notesMasterId xmlns:r="http://schemas.openxmlformats.org/officeDocument/2006/relationships" r:id="Rc31a7059ab0a4563"/>
  </p:notesMasterIdLst>
  <p:sldIdLst>
    <p:sldId xmlns:r="http://schemas.openxmlformats.org/officeDocument/2006/relationships" id="256" r:id="R102a8b866b5e4cdf"/>
    <p:sldId xmlns:r="http://schemas.openxmlformats.org/officeDocument/2006/relationships" id="257" r:id="Rdfbd20db4b6f4e8d"/>
    <p:sldId xmlns:r="http://schemas.openxmlformats.org/officeDocument/2006/relationships" id="258" r:id="R087817a437fc4cc2"/>
    <p:sldId xmlns:r="http://schemas.openxmlformats.org/officeDocument/2006/relationships" id="259" r:id="R36c9f285d07e4d83"/>
    <p:sldId xmlns:r="http://schemas.openxmlformats.org/officeDocument/2006/relationships" id="260" r:id="R67247f0cd8ba4605"/>
    <p:sldId xmlns:r="http://schemas.openxmlformats.org/officeDocument/2006/relationships" id="261" r:id="R62fda20ddb4a4222"/>
    <p:sldId xmlns:r="http://schemas.openxmlformats.org/officeDocument/2006/relationships" id="262" r:id="R5669dba0d2e74082"/>
    <p:sldId xmlns:r="http://schemas.openxmlformats.org/officeDocument/2006/relationships" id="263" r:id="R98ea3d52e17d42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8f0b15d2c7415a" /><Relationship Type="http://schemas.openxmlformats.org/officeDocument/2006/relationships/slideMaster" Target="/ppt/slideMasters/slideMaster1.xml" Id="R7f90f0495e3c4c1e" /><Relationship Type="http://schemas.openxmlformats.org/officeDocument/2006/relationships/notesMaster" Target="/ppt/notesMasters/notesMaster1.xml" Id="Rc31a7059ab0a4563" /><Relationship Type="http://schemas.openxmlformats.org/officeDocument/2006/relationships/presProps" Target="/ppt/presProps.xml" Id="Rce670241ef3d4d44" /><Relationship Type="http://schemas.openxmlformats.org/officeDocument/2006/relationships/tableStyles" Target="/ppt/tableStyles.xml" Id="Rc4bf752642a24120" /><Relationship Type="http://schemas.openxmlformats.org/officeDocument/2006/relationships/slide" Target="/ppt/slides/slide1.xml" Id="R102a8b866b5e4cdf" /><Relationship Type="http://schemas.openxmlformats.org/officeDocument/2006/relationships/slide" Target="/ppt/slides/slide2.xml" Id="Rdfbd20db4b6f4e8d" /><Relationship Type="http://schemas.openxmlformats.org/officeDocument/2006/relationships/slide" Target="/ppt/slides/slide3.xml" Id="R087817a437fc4cc2" /><Relationship Type="http://schemas.openxmlformats.org/officeDocument/2006/relationships/slide" Target="/ppt/slides/slide4.xml" Id="R36c9f285d07e4d83" /><Relationship Type="http://schemas.openxmlformats.org/officeDocument/2006/relationships/slide" Target="/ppt/slides/slide5.xml" Id="R67247f0cd8ba4605" /><Relationship Type="http://schemas.openxmlformats.org/officeDocument/2006/relationships/slide" Target="/ppt/slides/slide6.xml" Id="R62fda20ddb4a4222" /><Relationship Type="http://schemas.openxmlformats.org/officeDocument/2006/relationships/slide" Target="/ppt/slides/slide7.xml" Id="R5669dba0d2e74082" /><Relationship Type="http://schemas.openxmlformats.org/officeDocument/2006/relationships/slide" Target="/ppt/slides/slide8.xml" Id="R98ea3d52e17d42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60b4fee15145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4846ff7ed4979" /><Relationship Type="http://schemas.openxmlformats.org/officeDocument/2006/relationships/notesMaster" Target="/ppt/notesMasters/notesMaster1.xml" Id="R4153e89f2770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476cf48e094829" /><Relationship Type="http://schemas.openxmlformats.org/officeDocument/2006/relationships/notesMaster" Target="/ppt/notesMasters/notesMaster1.xml" Id="R1e9d07ef8f7f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39b3091614c25" /><Relationship Type="http://schemas.openxmlformats.org/officeDocument/2006/relationships/notesMaster" Target="/ppt/notesMasters/notesMaster1.xml" Id="R9b2d9ab6d88544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7e44cd80ee40f7" /><Relationship Type="http://schemas.openxmlformats.org/officeDocument/2006/relationships/notesMaster" Target="/ppt/notesMasters/notesMaster1.xml" Id="R960798f10d214a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ec5c9c2794117" /><Relationship Type="http://schemas.openxmlformats.org/officeDocument/2006/relationships/notesMaster" Target="/ppt/notesMasters/notesMaster1.xml" Id="R6df1dc7a40eb48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7dda28d74496e" /><Relationship Type="http://schemas.openxmlformats.org/officeDocument/2006/relationships/notesMaster" Target="/ppt/notesMasters/notesMaster1.xml" Id="R3dc82a8ce01b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6b29d4d9064acf" /><Relationship Type="http://schemas.openxmlformats.org/officeDocument/2006/relationships/notesMaster" Target="/ppt/notesMasters/notesMaster1.xml" Id="R4f1d7d6b55d946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b0844b2e5c4ad0" /><Relationship Type="http://schemas.openxmlformats.org/officeDocument/2006/relationships/notesMaster" Target="/ppt/notesMasters/notesMaster1.xml" Id="R8c2d817b9c37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封面素材：Assets/Art/SixRoomSchool/06_rooftop.png。学校名称请在最终展示前替换。仓库地址：https://github.com/weiyi62/game_02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场景素材：Assets/Art/SixRoomSchool/01_rebirth.png。内容依据项目 README 与当前 main.unity 关卡结构整理。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六个房间素材来自 Assets/Art/SixRoomSchool/。房间顺序与 README 中的 main.unity 结构一致。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玩法依据 Assets/Scripts-my/Player2DController.cs、PlayerAttack.cs、CoinRoomPickup.cs、SchoolDoor.cs 与 README 整理。Coin 素材来自 Assets/Animations-my/钢笔道具.png。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角色素材来自 Assets/Animations-my/Player/animation_stand.png、Assets/Animations-my/guaiwu/纸片幽灵移动帧.png、Assets/Animations-my/guaiwu/钟表待机.png。生命与受击逻辑见 Assets/Scripts-my/Health.cs。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动画控制器：Assets/Prefabs-my/zhipian.controller 与 zhongbiao.controller。时序脚本：Assets/Scripts-my/EnemyAttack.cs、EnemyRangedAttack.cs、EnemyProjectile.cs。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技术结构依据项目 README、Assets/Scripts-my/ 与 Assets/Scenes/main.unity。仓库地址：https://github.com/weiyi62/game_02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成员姓名取自 Assets/ui/菜单/Settings/about_names.png。学校与正式分工未在工程文件中找到，因此保留可编辑占位和建议分工。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4a02f67d348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547f10f814d66" /><Relationship Type="http://schemas.openxmlformats.org/officeDocument/2006/relationships/slideLayout" Target="/ppt/slideLayouts/slideLayout1.xml" Id="Rfc92de0a99c647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92de0a99c647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7b0fa1e6745d8" /><Relationship Type="http://schemas.openxmlformats.org/officeDocument/2006/relationships/image" Target="/ppt/media/image.png" Id="R30ecd6ef60c745ed" /><Relationship Type="http://schemas.openxmlformats.org/officeDocument/2006/relationships/notesSlide" Target="/ppt/notesSlides/notesSlide1.xml" Id="Rfee60263201443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148cf19bf4e0b" /><Relationship Type="http://schemas.openxmlformats.org/officeDocument/2006/relationships/image" Target="/ppt/media/image2.png" Id="Rcde13dd28fc04059" /><Relationship Type="http://schemas.openxmlformats.org/officeDocument/2006/relationships/notesSlide" Target="/ppt/notesSlides/notesSlide2.xml" Id="Re18ef8fe00b7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9e1342d8b4033" /><Relationship Type="http://schemas.openxmlformats.org/officeDocument/2006/relationships/image" Target="/ppt/media/image3.png" Id="Rc9e867bd431940a4" /><Relationship Type="http://schemas.openxmlformats.org/officeDocument/2006/relationships/image" Target="/ppt/media/image4.png" Id="Rb4f4394e9d8e4a25" /><Relationship Type="http://schemas.openxmlformats.org/officeDocument/2006/relationships/image" Target="/ppt/media/image5.png" Id="R685fcd54d7ef4653" /><Relationship Type="http://schemas.openxmlformats.org/officeDocument/2006/relationships/image" Target="/ppt/media/image6.png" Id="Rff3b751048ca4f43" /><Relationship Type="http://schemas.openxmlformats.org/officeDocument/2006/relationships/image" Target="/ppt/media/image7.png" Id="R56e41d9262d547b8" /><Relationship Type="http://schemas.openxmlformats.org/officeDocument/2006/relationships/image" Target="/ppt/media/image8.png" Id="R88dbcb05ee7e4a6e" /><Relationship Type="http://schemas.openxmlformats.org/officeDocument/2006/relationships/notesSlide" Target="/ppt/notesSlides/notesSlide3.xml" Id="R391a14534b56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484b1af6e4fd4" /><Relationship Type="http://schemas.openxmlformats.org/officeDocument/2006/relationships/image" Target="/ppt/media/image9.png" Id="R35ba0ac1fa2144fb" /><Relationship Type="http://schemas.openxmlformats.org/officeDocument/2006/relationships/notesSlide" Target="/ppt/notesSlides/notesSlide4.xml" Id="R4e7fd7c38bce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63e7c0bba4445" /><Relationship Type="http://schemas.openxmlformats.org/officeDocument/2006/relationships/image" Target="/ppt/media/image10.png" Id="R6dc57d54e70d488e" /><Relationship Type="http://schemas.openxmlformats.org/officeDocument/2006/relationships/image" Target="/ppt/media/image11.png" Id="R25fa3d423fac4074" /><Relationship Type="http://schemas.openxmlformats.org/officeDocument/2006/relationships/image" Target="/ppt/media/image12.png" Id="Rcb8fb8213578462f" /><Relationship Type="http://schemas.openxmlformats.org/officeDocument/2006/relationships/notesSlide" Target="/ppt/notesSlides/notesSlide5.xml" Id="R923d531db6f0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a547562f4499b" /><Relationship Type="http://schemas.openxmlformats.org/officeDocument/2006/relationships/image" Target="/ppt/media/image13.png" Id="Rd2cf754966334bb1" /><Relationship Type="http://schemas.openxmlformats.org/officeDocument/2006/relationships/image" Target="/ppt/media/image14.png" Id="Ra074b4210e8e4745" /><Relationship Type="http://schemas.openxmlformats.org/officeDocument/2006/relationships/notesSlide" Target="/ppt/notesSlides/notesSlide6.xml" Id="R4d1b529072f2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ab1d9eedd481c" /><Relationship Type="http://schemas.openxmlformats.org/officeDocument/2006/relationships/notesSlide" Target="/ppt/notesSlides/notesSlide7.xml" Id="R90c2fa0cfc804c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b5051c73b4912" /><Relationship Type="http://schemas.openxmlformats.org/officeDocument/2006/relationships/notesSlide" Target="/ppt/notesSlides/notesSlide8.xml" Id="R6888fd5adbd542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cd6ef60c745ed"/>
          <a:srcRect xmlns:a="http://schemas.openxmlformats.org/drawingml/2006/main" l="31485" t="0" r="31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284B9-97A0-4ED0-BF48-291493B5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F6882-585C-4DFE-BE1A-7FD3776D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9C320-0014-435E-BFA2-536E10B0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课程作品展示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F03B8-6906-40FD-BD2C-170BCDCB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黑白校园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42CD5-04A8-48C3-AC06-774179B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一款黑白手绘风格的 2D 银河城动作原型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A3464-6A1F-456B-9538-02BCF9F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Unity 2022.3  ·  URP 2D  ·  六房间关卡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86EB0-D080-4BAD-A0EC-1444AD7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D43F6-7976-4853-9F52-4F328B9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小组成员：符家鑫、王路凯、贾天宇、程天岳、王开艺、刘驰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学校：［请填写学校名称］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4660F-97EE-47D8-BFCF-778496A1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可游玩原型 / 公开仓库：github.com/weiyi62/game_02</a:t>
            </a:r>
          </a:p>
        </p:txBody>
      </p:sp>
    </p:spTree>
    <p:extLst>
      <p:ext uri="{BB962C8B-B14F-4D97-AF65-F5344CB8AC3E}">
        <p14:creationId xmlns:p14="http://schemas.microsoft.com/office/powerpoint/2010/main" val="1135632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D5C4F-7A2A-4C3B-B8AC-B96DD66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作品定位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A3348-0A67-4B92-84DD-D1F7B39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把校园记忆做成一段可探索的梦境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CF98-72A3-4AC5-8048-214D0EB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玩家从复生区出发，穿过六个房间，在收集、战斗和门锁机制中逐步接近天台 Boss。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13dd28fc04059"/>
          <a:srcRect xmlns:a="http://schemas.openxmlformats.org/drawingml/2006/main" l="0" t="30769" r="0" b="30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507F8-FBB0-426C-A5E8-CDAD2F2F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AF008-3510-4182-B79D-08CE10C2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1633E-0EC8-4FC0-877D-F3225A1B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熟悉的校园空间</a:t>
            </a:r>
          </a:p>
          <a:p xmlns:a="http://schemas.openxmlformats.org/drawingml/2006/main">
            <a:pPr algn="l"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变成一张需要重新理解的地图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05B81-721A-40CC-80FB-229218F6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视觉语言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BD16B-67DA-4506-81A2-E8629C13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黑白手绘场景 + 少量红蓝强调色</a:t>
            </a:r>
          </a:p>
          <a:p xmlns:a="http://schemas.openxmlformats.org/drawingml/2006/main">
            <a:pPr algn="l">
              <a:defRPr sz="165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让敌人、门和收集物成为明确的行动线索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D8ADB-97A8-4588-82F5-26B38FF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38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作品重点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D9CBB-1A6A-4524-9901-E7AF52C7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530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探索节奏 · 轻量战斗 · 逐房间推进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F2D4F-0E10-45C4-AD66-F42C24EA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67B1A-ADF0-4A68-9384-40E14D86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3405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BDF21-FA9D-4171-BF32-CAAAA822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69DCA-2752-488A-833B-7D09598D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六个房间组成一条由暗到明的校园路线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83A32-615C-444A-B326-9D745CD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每个房间承担不同的教学、战斗或叙事功能，门和钥匙把探索节奏串起来。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867bd431940a4"/>
          <a:srcRect xmlns:a="http://schemas.openxmlformats.org/drawingml/2006/main" l="0" t="34375" r="0" b="34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64256-304D-4091-AE09-10C7558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复生区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66153-4594-48C4-9D2E-E65A2092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进入与复活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4394e9d8e4a25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69E4E-903B-4332-8450-10BAC339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教学室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0266B-FBBD-4CE9-AAAC-B8816282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移动与跳跃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fcd54d7ef4653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BB977-A257-4ABE-B258-8756F318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Boss 教室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8FDC3-0D70-4985-9C46-434752E7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钟表敌人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b751048ca4f43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E7089-6BA5-4E36-BC01-116136D9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夜间走廊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96D67-DCD5-4BA3-9543-B0B6190E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巡逻与收集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41d9262d547b8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C5760-1711-478A-9522-6754422B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亮起的教室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EA8F1-D259-4154-8CCB-94194954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战斗过渡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bcb05ee7e4a6e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B8A7B-5CB3-4CB5-8320-689466A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明亮天台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3C8DC-72EF-4166-922C-E13AF64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钟表 Boss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16A59-9EFD-4A16-9F90-BEA37B95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D78FB-15BA-4BFD-987F-FA58D029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9891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C4E0B-FF65-47A7-8AC1-19266221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核心玩法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6A8D-415D-45CA-9778-9E5C29ED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一套简单输入，支撑完整的探索循环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18791-8030-40BD-9C76-168252B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玩家在房间之间移动，收集当前房间的 Coin 后才能打开对应的门；敌人用巡逻、追踪和攻击制造压力。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1F43A-105D-4E29-B4A5-08B4C0F5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8B68A-4FE0-432D-AA9A-1E850048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EFFD5-1AC5-4451-8CAB-1388212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移动与跳跃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222F5-B86C-4767-ADE6-4E0BD287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A / D 移动，K 跳跃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处理地面检测与无摩擦移动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347B3-F9DC-4071-BA5A-2F3EFE25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7C4BD-C7A7-4A38-ACDA-5272E244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843F9-6443-493D-877A-7357937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发现敌人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C71C-39F8-4F55-8B7F-78B09070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纸片幽灵与钟表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有独立巡逻点、追踪范围和朝向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2E4A1-AECB-4574-8BC5-12FC27C8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360FC-D0F4-4B92-87FC-E4DCC150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2EB09-9FD4-4873-8FDA-9DF31BB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攻击与受击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09B02-9C2E-408E-8618-B594C581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J 触发近战攻击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玩家与敌人都拥有 7 点生命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ED906-9401-4BE9-BD87-0485E6C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54A3A"/>
          </a:solidFill>
          <a:ln xmlns:a="http://schemas.openxmlformats.org/drawingml/2006/main" w="9525">
            <a:solidFill>
              <a:srgbClr val="D54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C0B8C-495D-458D-93EC-C420DCF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55C25-FB1B-4E58-9C56-0FD99497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收集与开门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72767-3522-4B1D-8EB8-FAF03E36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拾取钢笔 Coin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与门交互，进入下一房间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a0ac1fa2144fb"/>
          <a:stretch xmlns:a="http://schemas.openxmlformats.org/drawingml/2006/main"/>
        </p:blipFill>
        <p:spPr>
          <a:xfrm xmlns:a="http://schemas.openxmlformats.org/drawingml/2006/main">
            <a:off x="10096500" y="5386431"/>
            <a:ext cx="762000" cy="42853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73DA0-659F-44EE-BD7A-EDCF5B3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292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Coin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E5A88-9FF3-49D3-B948-57476A1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E4335-C77C-4424-BB6A-FB906F17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4308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055FD-22FF-4152-9623-BCD5966E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角色与敌人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EBFF9-009E-435C-BF7E-10EC89C9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角色、纸片幽灵与钟表构成三种对抗关系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5F2C6-875C-404D-9D07-D2C8D684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玩家负责探索与近战，纸片幽灵提供移动中的远程压力，钟表承担中后段的近战与 Boss 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5ABE3-B633-45B9-856F-B59F0C3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57d54e70d488e"/>
          <a:stretch xmlns:a="http://schemas.openxmlformats.org/drawingml/2006/main"/>
        </p:blipFill>
        <p:spPr>
          <a:xfrm xmlns:a="http://schemas.openxmlformats.org/drawingml/2006/main">
            <a:off x="2238375" y="3035754"/>
            <a:ext cx="1809750" cy="3102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A9FB6-7CFD-4635-A217-D96A510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5ECD4-1D60-4247-9A14-52E97B5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移动 / 跳跃 / 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2BA23-722E-422B-8B8F-0ADE309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a3d423fac4074"/>
          <a:stretch xmlns:a="http://schemas.openxmlformats.org/drawingml/2006/main"/>
        </p:blipFill>
        <p:spPr>
          <a:xfrm xmlns:a="http://schemas.openxmlformats.org/drawingml/2006/main">
            <a:off x="4905375" y="2681822"/>
            <a:ext cx="1809750" cy="10181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DCD36-548E-487E-915C-AD052D7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纸片幽灵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7AA81-281A-456A-BF06-810997F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巡逻 / 追踪 / 远程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1A431-AF10-4EB8-A86B-9E583644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fb8213578462f"/>
          <a:stretch xmlns:a="http://schemas.openxmlformats.org/drawingml/2006/main"/>
        </p:blipFill>
        <p:spPr>
          <a:xfrm xmlns:a="http://schemas.openxmlformats.org/drawingml/2006/main">
            <a:off x="7572375" y="2738438"/>
            <a:ext cx="1809750" cy="904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29AC9-4D41-423D-A0C6-7A08927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A0772-735B-49FC-8249-3B16AE2F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近战 / 远程 / Boss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A7CA5-0E62-477F-AA8B-F67821B1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372C6-2129-4C1F-8D87-0D42C138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共通规则：双方生命值均为 7，单次攻击造成 1 点伤害；生命归零后播放受击反馈并消失。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E9F7E-9D7D-4E28-86CB-4134690C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13569-97A2-436F-80C7-FCC5B4B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3415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C1590-BC7F-4300-A0BC-787769AB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动画与战斗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AEDB4-1C3D-49DB-931E-AF1ED0E4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Animator 参数把动作和伤害时序连在一起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F6C1B-844E-4B8F-802C-825B141F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攻击动画不只是视觉反馈，还决定攻击窗口、投射物生成和受击反馈的节奏。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A643-6051-44F2-B3F9-ADE9316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A22D0-1CE4-4E60-A3B6-84B715B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D8442-E349-4BED-986A-E09BCA0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 / 敌人距离 / 冷却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AD679-FD68-48A3-AF1A-6EA19849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54A3A"/>
          </a:solidFill>
          <a:ln xmlns:a="http://schemas.openxmlformats.org/drawingml/2006/main" w="9525">
            <a:solidFill>
              <a:srgbClr val="D5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9B3D6-11A3-457F-9265-E38120E8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Animator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CDEF4-9E39-4CA9-AC6F-9C442F58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attack / rangedAttack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5DF86-13DB-48DD-A7D2-282E9B8E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9525">
            <a:solidFill>
              <a:srgbClr val="2A6F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E8CFE-DD1C-4DAB-970B-8B998D5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攻击窗口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CB4B9-5AC4-40EA-B763-3D1A93C6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近战范围或投射物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97636-D7E3-44D5-BE1D-A304016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1C443-4F8E-49CD-8198-4C5B9D54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92E6D-0363-483D-B0B6-C43459B0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扣血 / 数字 / 击退 / 消失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82D30-AEAB-43A6-BAED-8A22DEB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62A66-448D-41EA-ADFB-0740DEB5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9E840-616F-4F84-8B20-BDEBC749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f754966334bb1"/>
          <a:stretch xmlns:a="http://schemas.openxmlformats.org/drawingml/2006/main"/>
        </p:blipFill>
        <p:spPr>
          <a:xfrm xmlns:a="http://schemas.openxmlformats.org/drawingml/2006/main">
            <a:off x="857250" y="4783282"/>
            <a:ext cx="1619250" cy="910936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9844F-3F0C-4E60-91A8-A6F09F99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101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纸片幽灵：attack 触发远程动画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4b4210e8e4745"/>
          <a:stretch xmlns:a="http://schemas.openxmlformats.org/drawingml/2006/main"/>
        </p:blipFill>
        <p:spPr>
          <a:xfrm xmlns:a="http://schemas.openxmlformats.org/drawingml/2006/main">
            <a:off x="7762875" y="4833938"/>
            <a:ext cx="1619250" cy="8096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C4603-7F1C-4342-B2B3-08EE665F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0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钟表 Boss：attack + rangedAttack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8A886-8775-4CA8-ABE1-F64BFDC5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51F3C-BE66-4A51-BA93-36FBF7C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2031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82C84-966B-4108-93F0-1DBE4E2D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86340-FE2E-4DD1-9C75-3271DFA2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运行时内容集中到 Main Content，方便继续调整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61643-1289-463C-A258-8E159DC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场景保持清晰，房间内容由脚本统一生成；核心能力拆成玩家、敌人、生命和关卡交互四组模块。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1A36C-5B2A-4C4C-A666-35CC9BC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7BC80-5CE9-4F07-805F-85F540C5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场景层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9D546-77EB-49E0-88CD-D52E4FA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main.unity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六个 Tilemap 房间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Main Content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Room Content Spawner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3790D-4F94-470B-9250-9B345CAD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E30DB-89FB-4F6D-87CC-AF28376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rPr>
              <a:t>行为层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D2D68-FBA7-4D11-8233-7EF29EE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Player2DController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EnemyAI / EnemyPatrol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EnemyAttack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EnemyRangedAttack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EC2B1-F6F8-4D59-B4FB-B2764AD2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AB266-4A65-49A1-BC27-E9AFC29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反馈层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83C9E-EA30-4D12-ABBD-9CF2203A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Health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DamageNumber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EnemyHitReaction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CoinRoomPickup / SchoolDoor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1B07E-9E39-4301-9560-FE0B2D0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Unity 2022.3.62f1c1  ·  URP 2D  ·  GitHub 公开仓库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11689-916D-4F17-92FC-73037007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13C1B-CBEE-416B-A841-46C37C4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2760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51835-3AC7-4ECC-9029-3FB14215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9B05C-CBC7-4EFC-9625-005DB1A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成员与分工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B6B10-56BD-4543-BF0E-6BE2C551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以下分工按当前工程模块整理，学校名称请在定稿前补充；如课程记录有正式分工，可直接替换正文。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DA09B-7112-4B6B-A9FB-6D8940E3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2925B-0EB2-447C-BB58-2E7FD325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成员姓名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717AD-E38D-437C-AE25-F0F5DDF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171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符家鑫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王路凯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贾天宇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王开艺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刘驰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DF793-A003-4B4C-937F-CC741359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D8D69-5D36-4EFD-8C6A-5ED95FB7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［请填写学校名称］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1B7D9-099E-4E6E-ABA2-CAE22AC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建议分工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FB1A9-ADBB-4B13-A0EA-5A9676DC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符家鑫：项目统筹、关卡整合与版本管理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王路凯：玩家控制、动画状态与攻击输入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贾天宇：敌人 AI、远程攻击与 Boss 逻辑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程天岳：Tilemap 房间、地面、门和碰撞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王开艺：角色与怪物帧动画、资源整合</a:t>
            </a:r>
          </a:p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刘驰：UI、Coin 交互、测试与展示整理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15895-D797-466A-BF70-2807C357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0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最终展示前，请把“建议分工”改成课程记录中的正式分工。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D4E7-5922-4F2B-BB7A-CD4EA0CD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BA55-3652-42C4-8E70-9F926EB2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3209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2026-10-07T04:13:25.8370000Z</dcterms:created>
  <dcterms:modified xsi:type="dcterms:W3CDTF">2026-10-07T04:13:25.8370000Z</dcterms:modified>
</coreProperties>
</file>