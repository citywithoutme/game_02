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eec3c3b8a5472d" /><Relationship Type="http://schemas.openxmlformats.org/officeDocument/2006/relationships/extended-properties" Target="/docProps/app.xml" Id="Rba468c9fc195418c" /><Relationship Type="http://schemas.openxmlformats.org/officeDocument/2006/relationships/officeDocument" Target="/ppt/presentation.xml" Id="Ra263e60851444f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129c0f3620456b"/>
  </p:sldMasterIdLst>
  <p:notesMasterIdLst>
    <p:notesMasterId xmlns:r="http://schemas.openxmlformats.org/officeDocument/2006/relationships" r:id="R458483aacb5344bd"/>
  </p:notesMasterIdLst>
  <p:sldIdLst>
    <p:sldId xmlns:r="http://schemas.openxmlformats.org/officeDocument/2006/relationships" id="256" r:id="R7552076d152a4186"/>
    <p:sldId xmlns:r="http://schemas.openxmlformats.org/officeDocument/2006/relationships" id="257" r:id="R6c5fef11bc6645c7"/>
    <p:sldId xmlns:r="http://schemas.openxmlformats.org/officeDocument/2006/relationships" id="258" r:id="Rdb477201478447f0"/>
    <p:sldId xmlns:r="http://schemas.openxmlformats.org/officeDocument/2006/relationships" id="259" r:id="R58444d61cd5c4d13"/>
    <p:sldId xmlns:r="http://schemas.openxmlformats.org/officeDocument/2006/relationships" id="260" r:id="Ra384a3ede3584532"/>
    <p:sldId xmlns:r="http://schemas.openxmlformats.org/officeDocument/2006/relationships" id="261" r:id="R38f3dd1145aa4f48"/>
    <p:sldId xmlns:r="http://schemas.openxmlformats.org/officeDocument/2006/relationships" id="262" r:id="R14f67ed43f5c470e"/>
    <p:sldId xmlns:r="http://schemas.openxmlformats.org/officeDocument/2006/relationships" id="263" r:id="Rd8b65f93e2d04c9f"/>
    <p:sldId xmlns:r="http://schemas.openxmlformats.org/officeDocument/2006/relationships" id="264" r:id="Rb2f28f96da1b43a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c659c50b4e4f4a" /><Relationship Type="http://schemas.openxmlformats.org/officeDocument/2006/relationships/slideMaster" Target="/ppt/slideMasters/slideMaster1.xml" Id="R35129c0f3620456b" /><Relationship Type="http://schemas.openxmlformats.org/officeDocument/2006/relationships/notesMaster" Target="/ppt/notesMasters/notesMaster1.xml" Id="R458483aacb5344bd" /><Relationship Type="http://schemas.openxmlformats.org/officeDocument/2006/relationships/presProps" Target="/ppt/presProps.xml" Id="Re08f5420309743da" /><Relationship Type="http://schemas.openxmlformats.org/officeDocument/2006/relationships/tableStyles" Target="/ppt/tableStyles.xml" Id="R17993b7be182488e" /><Relationship Type="http://schemas.openxmlformats.org/officeDocument/2006/relationships/slide" Target="/ppt/slides/slide1.xml" Id="R7552076d152a4186" /><Relationship Type="http://schemas.openxmlformats.org/officeDocument/2006/relationships/slide" Target="/ppt/slides/slide2.xml" Id="R6c5fef11bc6645c7" /><Relationship Type="http://schemas.openxmlformats.org/officeDocument/2006/relationships/slide" Target="/ppt/slides/slide3.xml" Id="Rdb477201478447f0" /><Relationship Type="http://schemas.openxmlformats.org/officeDocument/2006/relationships/slide" Target="/ppt/slides/slide4.xml" Id="R58444d61cd5c4d13" /><Relationship Type="http://schemas.openxmlformats.org/officeDocument/2006/relationships/slide" Target="/ppt/slides/slide5.xml" Id="Ra384a3ede3584532" /><Relationship Type="http://schemas.openxmlformats.org/officeDocument/2006/relationships/slide" Target="/ppt/slides/slide6.xml" Id="R38f3dd1145aa4f48" /><Relationship Type="http://schemas.openxmlformats.org/officeDocument/2006/relationships/slide" Target="/ppt/slides/slide7.xml" Id="R14f67ed43f5c470e" /><Relationship Type="http://schemas.openxmlformats.org/officeDocument/2006/relationships/slide" Target="/ppt/slides/slide8.xml" Id="Rd8b65f93e2d04c9f" /><Relationship Type="http://schemas.openxmlformats.org/officeDocument/2006/relationships/slide" Target="/ppt/slides/slide9.xml" Id="Rb2f28f96da1b43a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170ae47df24b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ed83e73b4145d7" /><Relationship Type="http://schemas.openxmlformats.org/officeDocument/2006/relationships/notesMaster" Target="/ppt/notesMasters/notesMaster1.xml" Id="R0bf3e63ba91d40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d2658ff0ec4a4e" /><Relationship Type="http://schemas.openxmlformats.org/officeDocument/2006/relationships/notesMaster" Target="/ppt/notesMasters/notesMaster1.xml" Id="Rfa0a1f6ec48d4d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149d068daa4ca1" /><Relationship Type="http://schemas.openxmlformats.org/officeDocument/2006/relationships/notesMaster" Target="/ppt/notesMasters/notesMaster1.xml" Id="R1f37ed67c8ea4c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3015280c704219" /><Relationship Type="http://schemas.openxmlformats.org/officeDocument/2006/relationships/notesMaster" Target="/ppt/notesMasters/notesMaster1.xml" Id="R6c6027a3a2d948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3a63b8d62d49c0" /><Relationship Type="http://schemas.openxmlformats.org/officeDocument/2006/relationships/notesMaster" Target="/ppt/notesMasters/notesMaster1.xml" Id="R38f4faa6af8d48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d6e7feadff473a" /><Relationship Type="http://schemas.openxmlformats.org/officeDocument/2006/relationships/notesMaster" Target="/ppt/notesMasters/notesMaster1.xml" Id="R6620bc7c2dfb4d5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6f1d25b1c74987" /><Relationship Type="http://schemas.openxmlformats.org/officeDocument/2006/relationships/notesMaster" Target="/ppt/notesMasters/notesMaster1.xml" Id="Rf342aa75b93a48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216b10533147ee" /><Relationship Type="http://schemas.openxmlformats.org/officeDocument/2006/relationships/notesMaster" Target="/ppt/notesMasters/notesMaster1.xml" Id="Re3961a61ad3c41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0c01f016054e86" /><Relationship Type="http://schemas.openxmlformats.org/officeDocument/2006/relationships/notesMaster" Target="/ppt/notesMasters/notesMaster1.xml" Id="R2e6a3c107fea48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封面素材：Assets/Art/SixRoomSchool/06_rooftop.png。学校名称请在最终展示前替换。仓库地址：https://github.com/weiyi62/game_02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游戏开头画面来自 Docs/presentation-assets/游戏开头画面.png。分工依据用户最新提供的信息：程序程天岳；美术王开艺、贾天宇、王麓凯、刘纯；关卡程天岳；战斗符家鑫。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六个房间素材来自 Assets/Art/SixRoomSchool/。房间顺序与 README 中的 main.unity 结构一致。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玩法依据 Assets/Scripts-my/Player2DController.cs、PlayerAttack.cs、CoinRoomPickup.cs、SchoolDoor.cs 与 README 整理。Coin 素材来自 Assets/Animations-my/钢笔道具.png。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角色素材来自 Assets/Animations-my/Player/animation_stand.png、Assets/Animations-my/guaiwu/纸片幽灵移动帧.png、Assets/Animations-my/guaiwu/钟表待机.png。生命与受击逻辑见 Assets/Scripts-my/Health.cs。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动画控制器：Assets/Prefabs-my/zhipian.controller 与 zhongbiao.controller。时序脚本：Assets/Scripts-my/EnemyAttack.cs、EnemyRangedAttack.cs、EnemyProjectile.cs。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技术结构依据项目 README、Assets/Scripts-my/ 与 Assets/Scenes/main.unity。仓库地址：https://github.com/weiyi62/game_02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成员与分工按用户最新提供的信息更新。学校名称仍保留可编辑占位。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结束页。游戏开头画面来自 Docs/presentation-assets/游戏开头画面.png。仓库地址：https://github.com/weiyi62/game_02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4600212734d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7d3f3e2eea499f" /><Relationship Type="http://schemas.openxmlformats.org/officeDocument/2006/relationships/slideLayout" Target="/ppt/slideLayouts/slideLayout1.xml" Id="R08188be5106245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188be5106245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efeaff6158446e" /><Relationship Type="http://schemas.openxmlformats.org/officeDocument/2006/relationships/image" Target="/ppt/media/image.png" Id="R41f0e62ce7e24b81" /><Relationship Type="http://schemas.openxmlformats.org/officeDocument/2006/relationships/notesSlide" Target="/ppt/notesSlides/notesSlide1.xml" Id="R3452777f16174a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b29d8ed5043c2" /><Relationship Type="http://schemas.openxmlformats.org/officeDocument/2006/relationships/image" Target="/ppt/media/image2.png" Id="Rcfacade752b94580" /><Relationship Type="http://schemas.openxmlformats.org/officeDocument/2006/relationships/notesSlide" Target="/ppt/notesSlides/notesSlide2.xml" Id="Rcd27306709444c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47b2f3b484804" /><Relationship Type="http://schemas.openxmlformats.org/officeDocument/2006/relationships/image" Target="/ppt/media/image3.png" Id="R95dde3efe5e14adf" /><Relationship Type="http://schemas.openxmlformats.org/officeDocument/2006/relationships/image" Target="/ppt/media/image4.png" Id="R50db5a84b7eb4c1c" /><Relationship Type="http://schemas.openxmlformats.org/officeDocument/2006/relationships/image" Target="/ppt/media/image5.png" Id="Reff89ae722cc4369" /><Relationship Type="http://schemas.openxmlformats.org/officeDocument/2006/relationships/image" Target="/ppt/media/image6.png" Id="R190d684fb05140a9" /><Relationship Type="http://schemas.openxmlformats.org/officeDocument/2006/relationships/image" Target="/ppt/media/image7.png" Id="R0edb7b1dec464707" /><Relationship Type="http://schemas.openxmlformats.org/officeDocument/2006/relationships/image" Target="/ppt/media/image8.png" Id="R33352e0c939f4d67" /><Relationship Type="http://schemas.openxmlformats.org/officeDocument/2006/relationships/notesSlide" Target="/ppt/notesSlides/notesSlide3.xml" Id="R05f72319f46148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316234e7634604" /><Relationship Type="http://schemas.openxmlformats.org/officeDocument/2006/relationships/image" Target="/ppt/media/image9.png" Id="Red495f00eb6f4107" /><Relationship Type="http://schemas.openxmlformats.org/officeDocument/2006/relationships/notesSlide" Target="/ppt/notesSlides/notesSlide4.xml" Id="R28a9fee431da42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e2bfe40934b12" /><Relationship Type="http://schemas.openxmlformats.org/officeDocument/2006/relationships/image" Target="/ppt/media/image10.png" Id="R60e701b9bf844768" /><Relationship Type="http://schemas.openxmlformats.org/officeDocument/2006/relationships/image" Target="/ppt/media/image11.png" Id="Rcb4135946c33400f" /><Relationship Type="http://schemas.openxmlformats.org/officeDocument/2006/relationships/image" Target="/ppt/media/image12.png" Id="R46ee52d320d84198" /><Relationship Type="http://schemas.openxmlformats.org/officeDocument/2006/relationships/notesSlide" Target="/ppt/notesSlides/notesSlide5.xml" Id="R69137dbfd92c48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8e01eb812420e" /><Relationship Type="http://schemas.openxmlformats.org/officeDocument/2006/relationships/image" Target="/ppt/media/image13.png" Id="Rf3b20b2241fc40f0" /><Relationship Type="http://schemas.openxmlformats.org/officeDocument/2006/relationships/image" Target="/ppt/media/image14.png" Id="Rda3329d1812b4485" /><Relationship Type="http://schemas.openxmlformats.org/officeDocument/2006/relationships/notesSlide" Target="/ppt/notesSlides/notesSlide6.xml" Id="R793ec67682db4f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bab1762204c23" /><Relationship Type="http://schemas.openxmlformats.org/officeDocument/2006/relationships/notesSlide" Target="/ppt/notesSlides/notesSlide7.xml" Id="R92cf0e39b21540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04628f8924cfb" /><Relationship Type="http://schemas.openxmlformats.org/officeDocument/2006/relationships/notesSlide" Target="/ppt/notesSlides/notesSlide8.xml" Id="Rfa6f0701b9bf4d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3f36a65a04e7d" /><Relationship Type="http://schemas.openxmlformats.org/officeDocument/2006/relationships/image" Target="/ppt/media/image15.png" Id="R3bbdcd23fc554b78" /><Relationship Type="http://schemas.openxmlformats.org/officeDocument/2006/relationships/notesSlide" Target="/ppt/notesSlides/notesSlide9.xml" Id="R9cd0c09e379946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0e62ce7e24b81"/>
          <a:srcRect xmlns:a="http://schemas.openxmlformats.org/drawingml/2006/main" l="31485" t="0" r="314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0" y="0"/>
            <a:ext cx="6096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11791-672B-42A1-97AF-9939326E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FB2D36-3469-437B-A1E0-B7907C131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04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CFE5E-1F58-4359-8E59-C3A35BA1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课程作品展示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8159C-F642-4E27-B86C-5EC87310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黑白校园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02EDCC-F4E5-4A24-84CE-660C975A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一款黑白手绘风格的 2D 银河城动作原型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BDF24-B336-4289-8109-12F03D3F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Unity 2022.3  ·  URP 2D  ·  六房间关卡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010C0-5B7E-41C3-BFF8-110D275C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0A3A5-9D1F-44B2-B0ED-CC19B1C9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小组成员：符家鑫、程天岳、王开艺、贾天宇、王麓凯、刘纯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学校：［请填写学校名称］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FB430-F012-4CDB-B0EA-E8DFABF4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可游玩原型 / 公开仓库：github.com/weiyi62/game_02</a:t>
            </a:r>
          </a:p>
        </p:txBody>
      </p:sp>
    </p:spTree>
    <p:extLst>
      <p:ext uri="{BB962C8B-B14F-4D97-AF65-F5344CB8AC3E}">
        <p14:creationId xmlns:p14="http://schemas.microsoft.com/office/powerpoint/2010/main" val="1559917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3152FA-3B7B-4B07-A667-F9DED195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作品定位与小组分工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58098-7194-4150-A50D-38A1F65E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把校园记忆做成一段可探索的梦境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D25421-A4D5-44BB-A50D-CA85B0C2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玩家从复生区出发，穿过六个房间，在收集、战斗和门锁机制中逐步接近天台 Boss。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EB69F1-06FF-4EF6-A075-C8154795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游戏开头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cade752b94580"/>
          <a:srcRect xmlns:a="http://schemas.openxmlformats.org/drawingml/2006/main" l="0" t="8763" r="0" b="87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400300"/>
            <a:ext cx="4619625" cy="2381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48462-D9C9-4E0A-B206-D04C7707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461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开场画面以课堂中睡着的主角为引子，</a:t>
            </a:r>
          </a:p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建立校园梦境的叙事入口。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879CD-5F6C-4DFF-AB16-C8A0AC5B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95500"/>
            <a:ext cx="9525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8D3E5-1275-42AB-830C-0AC7EAA2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主题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96707-BD4C-4A31-B189-71B9CF33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003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熟悉的校园空间</a:t>
            </a:r>
          </a:p>
          <a:p xmlns:a="http://schemas.openxmlformats.org/drawingml/2006/main">
            <a:pPr algn="l">
              <a:defRPr sz="18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变成一张需要重新理解的地图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009F6E-1D15-4614-8242-76038EE1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194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小组分工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8244B8-3CB6-4919-87C3-91EA2AD3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00450"/>
            <a:ext cx="1104900" cy="14287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D784B-C92D-4024-AE36-FFE736AE1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771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程序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37A57-C5C8-4239-85B6-E360C64A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85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程天岳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E8D0E-1520-4C0E-9CAA-0A88184B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600450"/>
            <a:ext cx="1104900" cy="14287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03E4EE-F95F-4616-8367-1C875DC9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3771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美术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A7E47-60FF-4D69-AC68-2D8D828B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3385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王开艺</a:t>
            </a:r>
          </a:p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贾天宇</a:t>
            </a:r>
          </a:p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王麓凯</a:t>
            </a:r>
          </a:p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刘纯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58792-7E59-4D66-A371-B2C07C25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0450"/>
            <a:ext cx="1104900" cy="14287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25E424-10AD-4E9A-85CF-E6BE4773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771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6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A6F97"/>
                </a:solidFill>
                <a:latin typeface="Microsoft YaHei"/>
                <a:ea typeface="Microsoft YaHei"/>
                <a:cs typeface="Microsoft YaHei"/>
              </a:rPr>
              <a:t>关卡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1AB812-1787-4F45-A45A-A08AF8D0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3385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程天岳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1A3456-6755-4C44-8E27-36FC330A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600450"/>
            <a:ext cx="1104900" cy="14287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195535-1DA3-4AB6-89DC-D4333095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77190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战斗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A0DEF-B049-4BA2-B611-2B0CE1A5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4133850"/>
            <a:ext cx="876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符家鑫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DE601E-866D-4773-9337-10ACD3D3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视觉语言：黑白手绘场景 + 少量红蓝强调色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535A8D-B144-438D-918E-1543667F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166490-4336-4F4D-AD87-5A60DF82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3706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D23316-6349-4B81-B836-52BACE5A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关卡结构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8FF4E-99CA-4C45-A62B-AAF5469C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六个房间组成一条由暗到明的校园路线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815D6-56D9-402A-96EA-262F5BCA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每个房间承担不同的教学、战斗或叙事功能，门和钥匙把探索节奏串起来。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de3efe5e14adf"/>
          <a:srcRect xmlns:a="http://schemas.openxmlformats.org/drawingml/2006/main" l="0" t="34375" r="0" b="343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1717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C30C2-15DD-4952-BAA8-FD34DDA5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复生区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1FD965-D0B9-443D-847F-FAEB38F8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进入与复活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b5a84b7eb4c1c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3375" y="21717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08B585-ADB7-4BE4-9005-91393C21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676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教学室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B1033-6FE4-4022-8459-7EBD5B5A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338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移动与跳跃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89ae722cc4369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0950" y="21717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9E4AB7-FC06-4B8D-BF7B-6804B558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766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Boss 教室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B99DD-7204-4D8D-988B-19673118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338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钟表敌人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d684fb05140a9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3053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6D095-BED0-4231-B125-A57A2980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夜间走廊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7CF2D3-B79D-4106-B9A9-33FB2E54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巡逻与收集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b7b1dec464707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43375" y="43053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08BA91-841B-4967-A6D8-3ABF8CDD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81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亮起的教室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C4A43-E63E-4ED5-BDA7-47593B0DA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067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战斗过渡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52e0c939f4d67"/>
          <a:srcRect xmlns:a="http://schemas.openxmlformats.org/drawingml/2006/main" l="5565" t="0" r="5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00950" y="4305300"/>
            <a:ext cx="3048000" cy="14287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3A9D2-85A7-4B10-A657-3F6D4931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810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 明亮天台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90D568-BD48-4C00-89BF-ED8C35C67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0674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钟表 Boss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AADAEF-0E9D-457F-91E4-13E18DAA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BB3DE-00F0-43D6-B8D5-FB794852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630895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48F40C-8837-45C7-9D89-30CDF8F5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核心玩法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AFB2B-2A7D-4A53-B4DC-2BCAB57D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一套简单输入，支撑完整的探索循环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B5CB8-0A6A-474F-B9EA-54109DA2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玩家在房间之间移动，收集当前房间的 Coin 后才能打开对应的门；敌人用巡逻、追踪和攻击制造压力。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35FF7-06C5-4E73-BF4D-D4143C1D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7703A-EA1A-4F79-98C9-9BFD528F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9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5361A-854D-4580-8807-ED067A785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移动与跳跃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EF7F4-3ECE-4514-B3DB-94D181F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A / D 移动，K 跳跃</a:t>
            </a:r>
          </a:p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处理地面检测与无摩擦移动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D4805A-1736-4252-9F78-CAE093797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860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0B844-E103-4567-A3CE-7FA57EF3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49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7CF3C-C6DD-44E9-839A-F8762707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76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发现敌人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4CFA3-1989-4591-93D2-D1DB1E56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5242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纸片幽灵与钟表</a:t>
            </a:r>
          </a:p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有独立巡逻点、追踪范围和朝向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65A57-EDBB-4668-849F-1BA3682A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860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B18D0-F43A-445A-AA72-C1AB84D1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E9BB85-42FF-495F-8420-7D550F64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76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攻击与受击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F681B-F3A9-4D4B-BB54-4EAB82CA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42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J 触发近战攻击</a:t>
            </a:r>
          </a:p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玩家与敌人都拥有 7 点生命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05D001-2CC9-4D28-95FF-E94C9D93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86000"/>
            <a:ext cx="2381250" cy="2286000"/>
          </a:xfrm>
          <a:prstGeom xmlns:a="http://schemas.openxmlformats.org/drawingml/2006/main" prst="roundRect">
            <a:avLst>
              <a:gd name="adj" fmla="val 5833"/>
            </a:avLst>
          </a:prstGeom>
          <a:solidFill xmlns:a="http://schemas.openxmlformats.org/drawingml/2006/main">
            <a:srgbClr val="D54A3A"/>
          </a:solidFill>
          <a:ln xmlns:a="http://schemas.openxmlformats.org/drawingml/2006/main" w="9525">
            <a:solidFill>
              <a:srgbClr val="D54A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C3FC58-D1E8-4562-A7E0-CC916B73B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495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42D20A-49A5-41E9-B918-4A801631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765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收集与开门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DC0DD-B740-4AAE-9FD1-B5324D0C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524250"/>
            <a:ext cx="1924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拾取钢笔 Coin</a:t>
            </a:r>
          </a:p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 与门交互，进入下一房间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495f00eb6f4107"/>
          <a:stretch xmlns:a="http://schemas.openxmlformats.org/drawingml/2006/main"/>
        </p:blipFill>
        <p:spPr>
          <a:xfrm xmlns:a="http://schemas.openxmlformats.org/drawingml/2006/main">
            <a:off x="10096500" y="5386431"/>
            <a:ext cx="762000" cy="428539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45611-5366-423F-8132-514FE25C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54292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Coin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A296E-4C68-4749-B280-567E7405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93193E-4210-41E4-8B33-4365B5A8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664900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75C61-DDF1-4756-A0EB-C25D802E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角色与敌人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4F107-5D55-43FE-A03E-9613960C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角色、纸片幽灵与钟表构成三种对抗关系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772E0-12BA-4DF9-8276-C776CCE53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玩家负责探索与近战，纸片幽灵提供移动中的远程压力，钟表承担中后段的近战与 Boss 角色。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C237B-EE9C-4E6B-B0E7-171A8632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66950"/>
            <a:ext cx="2095500" cy="25241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701b9bf844768"/>
          <a:stretch xmlns:a="http://schemas.openxmlformats.org/drawingml/2006/main"/>
        </p:blipFill>
        <p:spPr>
          <a:xfrm xmlns:a="http://schemas.openxmlformats.org/drawingml/2006/main">
            <a:off x="2238375" y="3035754"/>
            <a:ext cx="1809750" cy="31024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A64DF-85D8-4997-8AD1-CE3A5BF4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玩家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9D9CF-4968-49DA-A5C3-E1AA4345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76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移动 / 跳跃 / 近战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1CB7D-811B-48C8-94A0-012AD6AF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66950"/>
            <a:ext cx="2095500" cy="25241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135946c33400f"/>
          <a:stretch xmlns:a="http://schemas.openxmlformats.org/drawingml/2006/main"/>
        </p:blipFill>
        <p:spPr>
          <a:xfrm xmlns:a="http://schemas.openxmlformats.org/drawingml/2006/main">
            <a:off x="4905375" y="2681822"/>
            <a:ext cx="1809750" cy="101810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32AB75-51D4-43F4-85C9-D5B5A5D33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095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纸片幽灵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17277F-7720-45EE-819F-DFA379AB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76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巡逻 / 追踪 / 远程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97C46-4B92-4A7A-9E36-255AC45F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2095500" cy="2524125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ee52d320d84198"/>
          <a:stretch xmlns:a="http://schemas.openxmlformats.org/drawingml/2006/main"/>
        </p:blipFill>
        <p:spPr>
          <a:xfrm xmlns:a="http://schemas.openxmlformats.org/drawingml/2006/main">
            <a:off x="7572375" y="2738438"/>
            <a:ext cx="1809750" cy="904875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66E6A-2542-49E3-AE15-A14F31C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957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钟表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F8FCC0-DA8D-4979-B4B9-AAA96BDE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767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近战 / 远程 / Boss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4209A-3F9D-433A-B85A-B1D07F01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0DB0E-6515-4520-91DF-5F0A96EA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共通规则：双方生命值均为 7，单次攻击造成 1 点伤害；生命归零后播放受击反馈并消失。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AB4B51-EC4F-422F-AD99-BF401764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74C2DD-E374-41BE-860C-0D62B4EA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92572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8D210A-AA01-4BFE-A1CB-E7C40A9E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动画与战斗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430FE-CB94-4719-8647-3762D1CAF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Animator 参数把动作和伤害时序连在一起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DCA42-55CB-4625-AEFA-EA447A6B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攻击动画不只是视觉反馈，还决定攻击窗口、投射物生成和受击反馈的节奏。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16E1E1-0BE2-4A90-BA33-D6CD4361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6D90B-9241-4BCE-865E-EEAD8033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B1FAD1-0624-4AAB-B322-171F8DFE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J / 敌人距离 / 冷却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4E5FF-3B21-4813-8171-C6C8B58B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71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D54A3A"/>
          </a:solidFill>
          <a:ln xmlns:a="http://schemas.openxmlformats.org/drawingml/2006/main" w="9525">
            <a:solidFill>
              <a:srgbClr val="D54A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B16C4-F3A5-4AE2-9A48-6636224A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762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Animator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1BC59-936F-4882-860E-4C2B3055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attack / rangedAttack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4A6A0-BE32-405D-99DF-A5540F90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71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2A6F97"/>
          </a:solidFill>
          <a:ln xmlns:a="http://schemas.openxmlformats.org/drawingml/2006/main" w="9525">
            <a:solidFill>
              <a:srgbClr val="2A6F9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D891C7-0B2A-4844-8FA9-99FE5A48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攻击窗口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BC14E2-9D82-45F0-83A9-25CAF8A7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近战范围或投射物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9C55B-BB59-4CA8-80BC-066FCC71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2571750"/>
            <a:ext cx="209550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151515"/>
          </a:solidFill>
          <a:ln xmlns:a="http://schemas.openxmlformats.org/drawingml/2006/main" w="9525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211B8-0578-4A70-84F4-1710A255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762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1E9AC-BDEB-430A-81CB-F826EAFC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2004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扣血 / 数字 / 击退 / 消失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4D72AB-9FD6-4759-952A-88055166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solidFill>
              <a:srgbClr val="E6E0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7B130-908B-4981-8EF1-B23BAA2E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89560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solidFill>
              <a:srgbClr val="E6E0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123F2A-0B16-4411-8D6E-BD2D4FB7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4000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E0D5"/>
          </a:solidFill>
          <a:ln xmlns:a="http://schemas.openxmlformats.org/drawingml/2006/main" w="0">
            <a:solidFill>
              <a:srgbClr val="E6E0D5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b20b2241fc40f0"/>
          <a:stretch xmlns:a="http://schemas.openxmlformats.org/drawingml/2006/main"/>
        </p:blipFill>
        <p:spPr>
          <a:xfrm xmlns:a="http://schemas.openxmlformats.org/drawingml/2006/main">
            <a:off x="857250" y="4783282"/>
            <a:ext cx="1619250" cy="910936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B403C-59E5-4C03-8012-BF3F1764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101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纸片幽灵：attack 触发远程动画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329d1812b4485"/>
          <a:stretch xmlns:a="http://schemas.openxmlformats.org/drawingml/2006/main"/>
        </p:blipFill>
        <p:spPr>
          <a:xfrm xmlns:a="http://schemas.openxmlformats.org/drawingml/2006/main">
            <a:off x="7762875" y="4833938"/>
            <a:ext cx="1619250" cy="809625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B014A6-8779-4878-B311-30BAFABB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0101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钟表 Boss：attack + rangedAttack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88D5F-573D-4391-831A-D181F931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69157-3DC0-4F82-9688-EDF4CC1F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75149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7A595-9A94-42FF-A359-9A7CF7FC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技术实现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6C9C2-D41B-41CD-8FA5-FD2AFF41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运行时内容集中到 Main Content，方便继续调整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1A2AC-D8CE-42B5-B4B5-8B57CBAE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场景保持清晰，房间内容由脚本统一生成；核心能力拆成玩家、敌人、生命和关卡交互四组模块。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92AA0-8D1C-4064-AAE7-5E4B4E5D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3813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07A93-973B-4FB3-BE61-A32C4C32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38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场景层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22AB8-16F2-4144-A2F6-E6B68224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908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main.unity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六个 Tilemap 房间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Main Content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Room Content Spawner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64810-7402-47FF-B002-325117AF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52650"/>
            <a:ext cx="33813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53865B-BAC5-4F30-A502-2B3D4F41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38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A6F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A6F97"/>
                </a:solidFill>
                <a:latin typeface="Microsoft YaHei"/>
                <a:ea typeface="Microsoft YaHei"/>
                <a:cs typeface="Microsoft YaHei"/>
              </a:rPr>
              <a:t>行为层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AE219-6116-4182-842C-2ED74A80D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908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Player2DController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EnemyAI / EnemyPatrol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EnemyAttack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EnemyRangedAttack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303DEC-F03A-4CFA-AB1E-B8F46FA6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52650"/>
            <a:ext cx="33813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2424"/>
          </a:solidFill>
          <a:ln xmlns:a="http://schemas.openxmlformats.org/drawingml/2006/main" w="9525">
            <a:solidFill>
              <a:srgbClr val="4747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ABD0C-63A4-4F21-AF65-D7365CEB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反馈层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76345-F35C-4631-B4E4-42E96EE0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90850"/>
            <a:ext cx="285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Health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DamageNumber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EnemyHitReaction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CoinRoomPickup / SchoolDoor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21FE1C-9615-4DD5-9F30-BB86FF75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Unity 2022.3.62f1c1  ·  URP 2D  ·  GitHub 公开仓库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B936C-BA0D-4924-9E89-28B2C915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312D6-8877-448A-A583-5DDF92BC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633608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6E0719-8687-4CB2-9B44-26B198C3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小组成员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AACCE-F6EC-4CF7-8E36-844B1921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成员与分工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09303-ACC4-4AF5-84EE-9DD13431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以下分工按当前工程模块整理，学校名称请在定稿前补充；如课程记录有正式分工，可直接替换正文。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E78506-23CA-422A-9509-2AFE588C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0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328A0-0F5F-4787-A4D0-ABAA81AC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成员姓名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75DC06-1382-4DFE-9260-B6B9A6ED5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9875"/>
            <a:ext cx="1714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符家鑫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程天岳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王开艺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贾天宇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王麓凯</a:t>
            </a:r>
          </a:p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刘纯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8B1897-8959-4F84-800B-210F18E7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8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学校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72640-B1CC-4198-A904-BBF966A2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［请填写学校名称］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AA7C13-4A66-4C14-AD86-98D6B1601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54A3A"/>
                </a:solidFill>
                <a:latin typeface="Microsoft YaHei"/>
                <a:ea typeface="Microsoft YaHei"/>
                <a:cs typeface="Microsoft YaHei"/>
              </a:rPr>
              <a:t>分工概览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58BB6-4617-4B05-8394-CA935FB5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476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程序：程天岳</a:t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美术：王开艺、贾天宇、王麓凯、刘纯</a:t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关卡：程天岳</a:t>
            </a:r>
          </a:p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51515"/>
                </a:solidFill>
                <a:latin typeface="Microsoft YaHei"/>
                <a:ea typeface="Microsoft YaHei"/>
                <a:cs typeface="Microsoft YaHei"/>
              </a:rPr>
              <a:t>战斗：符家鑫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47D98-2F9D-4F5F-905E-9F6DCA8D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29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学校名称：［请填写学校名称］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F2857-37EE-422E-95CA-8D3C0F4D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黑白校园  ·  Unity 2D 银河城原型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942A1-0631-4214-9C0B-6111D4D5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7635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264419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515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dcd23fc554b78"/>
          <a:srcRect xmlns:a="http://schemas.openxmlformats.org/drawingml/2006/main" l="25694" t="0" r="256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916EF-1FF2-445A-93C0-32143966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1238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515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C27C48-F97B-475D-AFF4-A8A97388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感谢观看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C06D0-58B3-4C55-A0E9-70B3377E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428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4A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DD8F6-96D0-4E68-ADD5-5853F7E5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57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黑白校园</a:t>
            </a:r>
          </a:p>
          <a:p xmlns:a="http://schemas.openxmlformats.org/drawingml/2006/main">
            <a:pPr algn="l">
              <a:defRPr sz="2100" b="1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E0D5"/>
                </a:solidFill>
                <a:latin typeface="Microsoft YaHei"/>
                <a:ea typeface="Microsoft YaHei"/>
                <a:cs typeface="Microsoft YaHei"/>
              </a:rPr>
              <a:t>Unity 2D 横版动作原型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E723D3-4CC0-4B5E-9751-126888FF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公开仓库：github.com/weiyi62/game_02</a:t>
            </a:r>
          </a:p>
        </p:txBody>
      </p:sp>
    </p:spTree>
    <p:extLst>
      <p:ext uri="{BB962C8B-B14F-4D97-AF65-F5344CB8AC3E}">
        <p14:creationId xmlns:p14="http://schemas.microsoft.com/office/powerpoint/2010/main" val="2129393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2026-10-07T05:00:08.7160000Z</dcterms:created>
  <dcterms:modified xsi:type="dcterms:W3CDTF">2026-10-07T05:00:08.7160000Z</dcterms:modified>
</coreProperties>
</file>