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aaf13747834b50" /><Relationship Type="http://schemas.openxmlformats.org/officeDocument/2006/relationships/extended-properties" Target="/docProps/app.xml" Id="Rd8a6744d59514402" /><Relationship Type="http://schemas.openxmlformats.org/officeDocument/2006/relationships/officeDocument" Target="/ppt/presentation.xml" Id="Reb02186a847f47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d1adb369ca4026"/>
  </p:sldMasterIdLst>
  <p:notesMasterIdLst>
    <p:notesMasterId xmlns:r="http://schemas.openxmlformats.org/officeDocument/2006/relationships" r:id="R37d91124ad864833"/>
  </p:notesMasterIdLst>
  <p:sldIdLst>
    <p:sldId xmlns:r="http://schemas.openxmlformats.org/officeDocument/2006/relationships" id="256" r:id="Rd83c85442cc94754"/>
    <p:sldId xmlns:r="http://schemas.openxmlformats.org/officeDocument/2006/relationships" id="257" r:id="R41e3f2159370456f"/>
    <p:sldId xmlns:r="http://schemas.openxmlformats.org/officeDocument/2006/relationships" id="258" r:id="R317f5b24efe04927"/>
    <p:sldId xmlns:r="http://schemas.openxmlformats.org/officeDocument/2006/relationships" id="259" r:id="R4b86a10c7c904da4"/>
    <p:sldId xmlns:r="http://schemas.openxmlformats.org/officeDocument/2006/relationships" id="260" r:id="R1686b267da39407d"/>
    <p:sldId xmlns:r="http://schemas.openxmlformats.org/officeDocument/2006/relationships" id="261" r:id="Ra3617d50a0894b59"/>
    <p:sldId xmlns:r="http://schemas.openxmlformats.org/officeDocument/2006/relationships" id="262" r:id="R15e642fd5e2049f1"/>
    <p:sldId xmlns:r="http://schemas.openxmlformats.org/officeDocument/2006/relationships" id="263" r:id="Red011c5fa5d94f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9a4bcfec804f7d" /><Relationship Type="http://schemas.openxmlformats.org/officeDocument/2006/relationships/slideMaster" Target="/ppt/slideMasters/slideMaster1.xml" Id="Rb5d1adb369ca4026" /><Relationship Type="http://schemas.openxmlformats.org/officeDocument/2006/relationships/notesMaster" Target="/ppt/notesMasters/notesMaster1.xml" Id="R37d91124ad864833" /><Relationship Type="http://schemas.openxmlformats.org/officeDocument/2006/relationships/presProps" Target="/ppt/presProps.xml" Id="Rc4a1735ac07d4bb5" /><Relationship Type="http://schemas.openxmlformats.org/officeDocument/2006/relationships/tableStyles" Target="/ppt/tableStyles.xml" Id="R6c86b13d6a6d419b" /><Relationship Type="http://schemas.openxmlformats.org/officeDocument/2006/relationships/slide" Target="/ppt/slides/slide1.xml" Id="Rd83c85442cc94754" /><Relationship Type="http://schemas.openxmlformats.org/officeDocument/2006/relationships/slide" Target="/ppt/slides/slide2.xml" Id="R41e3f2159370456f" /><Relationship Type="http://schemas.openxmlformats.org/officeDocument/2006/relationships/slide" Target="/ppt/slides/slide3.xml" Id="R317f5b24efe04927" /><Relationship Type="http://schemas.openxmlformats.org/officeDocument/2006/relationships/slide" Target="/ppt/slides/slide4.xml" Id="R4b86a10c7c904da4" /><Relationship Type="http://schemas.openxmlformats.org/officeDocument/2006/relationships/slide" Target="/ppt/slides/slide5.xml" Id="R1686b267da39407d" /><Relationship Type="http://schemas.openxmlformats.org/officeDocument/2006/relationships/slide" Target="/ppt/slides/slide6.xml" Id="Ra3617d50a0894b59" /><Relationship Type="http://schemas.openxmlformats.org/officeDocument/2006/relationships/slide" Target="/ppt/slides/slide7.xml" Id="R15e642fd5e2049f1" /><Relationship Type="http://schemas.openxmlformats.org/officeDocument/2006/relationships/slide" Target="/ppt/slides/slide8.xml" Id="Red011c5fa5d94f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19a6bd5db54d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b39a74cfcf4a52" /><Relationship Type="http://schemas.openxmlformats.org/officeDocument/2006/relationships/notesMaster" Target="/ppt/notesMasters/notesMaster1.xml" Id="R42397ca9f8db43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6d5ee551074299" /><Relationship Type="http://schemas.openxmlformats.org/officeDocument/2006/relationships/notesMaster" Target="/ppt/notesMasters/notesMaster1.xml" Id="R7e0130d108e24b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b0e9e22c214bc5" /><Relationship Type="http://schemas.openxmlformats.org/officeDocument/2006/relationships/notesMaster" Target="/ppt/notesMasters/notesMaster1.xml" Id="R4e95ff1050b540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3dde1742364b43" /><Relationship Type="http://schemas.openxmlformats.org/officeDocument/2006/relationships/notesMaster" Target="/ppt/notesMasters/notesMaster1.xml" Id="R0bdb169baf8848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7f06d52da1422c" /><Relationship Type="http://schemas.openxmlformats.org/officeDocument/2006/relationships/notesMaster" Target="/ppt/notesMasters/notesMaster1.xml" Id="R1aed2f2d058e46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48ddd252924eff" /><Relationship Type="http://schemas.openxmlformats.org/officeDocument/2006/relationships/notesMaster" Target="/ppt/notesMasters/notesMaster1.xml" Id="R106d26f89b014e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48ba427a634e7a" /><Relationship Type="http://schemas.openxmlformats.org/officeDocument/2006/relationships/notesMaster" Target="/ppt/notesMasters/notesMaster1.xml" Id="R24a904c9858043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8aad5b4cef4673" /><Relationship Type="http://schemas.openxmlformats.org/officeDocument/2006/relationships/notesMaster" Target="/ppt/notesMasters/notesMaster1.xml" Id="R2205c5f7f6324b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封面素材：Assets/Art/SixRoomSchool/06_rooftop.png。学校名称请在最终展示前替换。仓库地址：https://github.com/weiyi62/game_02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游戏开头画面来自 Docs/presentation-assets/游戏开头画面.png。分工依据用户最新提供的信息：程序程天岳；美术王开艺、贾天宇、王麓凯、刘纯；关卡程天岳；战斗符家鑫。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六个房间素材来自 Assets/Art/SixRoomSchool/。房间顺序与 README 中的 main.unity 结构一致。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玩法依据 Assets/Scripts-my/Player2DController.cs、PlayerAttack.cs、CoinRoomPickup.cs、SchoolDoor.cs 与 README 整理。Coin 素材来自 Assets/Animations-my/钢笔道具.png。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角色素材来自 Assets/Animations-my/Player/animation_stand.png、Assets/Animations-my/guaiwu/纸片幽灵移动帧.png、Assets/Animations-my/guaiwu/钟表待机.png。生命与受击逻辑见 Assets/Scripts-my/Health.cs。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动画控制器：Assets/Prefabs-my/zhipian.controller 与 zhongbiao.controller。时序脚本：Assets/Scripts-my/EnemyAttack.cs、EnemyRangedAttack.cs、EnemyProjectile.cs。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技术结构依据项目 README、Assets/Scripts-my/ 与 Assets/Scenes/main.unity。仓库地址：https://github.com/weiyi62/game_02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成员与分工按用户最新提供的信息更新。学校名称仍保留可编辑占位。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c445754134d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d44035d34a4b20" /><Relationship Type="http://schemas.openxmlformats.org/officeDocument/2006/relationships/slideLayout" Target="/ppt/slideLayouts/slideLayout1.xml" Id="R22fee6c5522148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fee6c5522148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68d2151714276" /><Relationship Type="http://schemas.openxmlformats.org/officeDocument/2006/relationships/image" Target="/ppt/media/image.png" Id="R43220e002cdf4ba7" /><Relationship Type="http://schemas.openxmlformats.org/officeDocument/2006/relationships/notesSlide" Target="/ppt/notesSlides/notesSlide1.xml" Id="R4e37fa6c57c84a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2f74a83824991" /><Relationship Type="http://schemas.openxmlformats.org/officeDocument/2006/relationships/image" Target="/ppt/media/image2.png" Id="R63e1804646344c1d" /><Relationship Type="http://schemas.openxmlformats.org/officeDocument/2006/relationships/notesSlide" Target="/ppt/notesSlides/notesSlide2.xml" Id="R354b56d3b4b94e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79e103f7247ff" /><Relationship Type="http://schemas.openxmlformats.org/officeDocument/2006/relationships/image" Target="/ppt/media/image3.png" Id="R2f201b4018314a79" /><Relationship Type="http://schemas.openxmlformats.org/officeDocument/2006/relationships/image" Target="/ppt/media/image4.png" Id="R5690f3d141ab4cd8" /><Relationship Type="http://schemas.openxmlformats.org/officeDocument/2006/relationships/image" Target="/ppt/media/image5.png" Id="Rfb51c33621974bfc" /><Relationship Type="http://schemas.openxmlformats.org/officeDocument/2006/relationships/image" Target="/ppt/media/image6.png" Id="R19779b01bd974144" /><Relationship Type="http://schemas.openxmlformats.org/officeDocument/2006/relationships/image" Target="/ppt/media/image7.png" Id="R01f6bfd9c6fc44a0" /><Relationship Type="http://schemas.openxmlformats.org/officeDocument/2006/relationships/image" Target="/ppt/media/image8.png" Id="Rceaad2c1f94d4f5b" /><Relationship Type="http://schemas.openxmlformats.org/officeDocument/2006/relationships/notesSlide" Target="/ppt/notesSlides/notesSlide3.xml" Id="R5dc6418638d440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aca4ec50044dc" /><Relationship Type="http://schemas.openxmlformats.org/officeDocument/2006/relationships/image" Target="/ppt/media/image9.png" Id="R475bb119beaa4cef" /><Relationship Type="http://schemas.openxmlformats.org/officeDocument/2006/relationships/notesSlide" Target="/ppt/notesSlides/notesSlide4.xml" Id="Re0767404104843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89d7484424467" /><Relationship Type="http://schemas.openxmlformats.org/officeDocument/2006/relationships/image" Target="/ppt/media/image10.png" Id="R3840d3c10a824d21" /><Relationship Type="http://schemas.openxmlformats.org/officeDocument/2006/relationships/image" Target="/ppt/media/image11.png" Id="R9c2852053cfa4dfe" /><Relationship Type="http://schemas.openxmlformats.org/officeDocument/2006/relationships/image" Target="/ppt/media/image12.png" Id="Rb5c30b97c64a424c" /><Relationship Type="http://schemas.openxmlformats.org/officeDocument/2006/relationships/notesSlide" Target="/ppt/notesSlides/notesSlide5.xml" Id="R07c13a08e46b4e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703b375534662" /><Relationship Type="http://schemas.openxmlformats.org/officeDocument/2006/relationships/image" Target="/ppt/media/image13.png" Id="R3d747548fca1404c" /><Relationship Type="http://schemas.openxmlformats.org/officeDocument/2006/relationships/image" Target="/ppt/media/image14.png" Id="R3a0c898d80ba4179" /><Relationship Type="http://schemas.openxmlformats.org/officeDocument/2006/relationships/notesSlide" Target="/ppt/notesSlides/notesSlide6.xml" Id="R37ec0b60d83e4c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1b76e02bc4eca" /><Relationship Type="http://schemas.openxmlformats.org/officeDocument/2006/relationships/notesSlide" Target="/ppt/notesSlides/notesSlide7.xml" Id="R8525a67646f04c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b6b4def9d4431" /><Relationship Type="http://schemas.openxmlformats.org/officeDocument/2006/relationships/notesSlide" Target="/ppt/notesSlides/notesSlide8.xml" Id="R8cb57205f50b45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20e002cdf4ba7"/>
          <a:srcRect xmlns:a="http://schemas.openxmlformats.org/drawingml/2006/main" l="31485" t="0" r="31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96FBD-71D9-4C71-ACF7-29C5E3B4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4E6EC-95B3-459C-8006-5A21A685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46099-94AF-4830-BE79-B9CB3869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课程作品展示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375C9-50D6-4983-9B1F-3268B879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黑白校园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044A1-A1D2-4461-A8A7-16687BEE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一款黑白手绘风格的 2D 银河城动作原型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6E0A6-A56B-48E8-942B-50BD57BE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Unity 2022.3  ·  URP 2D  ·  六房间关卡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4CDCA-E4C7-4470-9CDB-F82A6B4A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3B1B1-4DDD-4320-A8A6-49A51B80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小组成员：符家鑫、程天岳、王开艺、贾天宇、王麓凯、刘纯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学校：［请填写学校名称］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E1F4A-E786-4CD2-8A72-0E3187B5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可游玩原型 / 公开仓库：github.com/weiyi62/game_02</a:t>
            </a:r>
          </a:p>
        </p:txBody>
      </p:sp>
    </p:spTree>
    <p:extLst>
      <p:ext uri="{BB962C8B-B14F-4D97-AF65-F5344CB8AC3E}">
        <p14:creationId xmlns:p14="http://schemas.microsoft.com/office/powerpoint/2010/main" val="14895984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443769-2090-4FAB-A950-1A06D289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作品定位与小组分工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B947F-7279-4A28-BC93-176259B7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把校园记忆做成一段可探索的梦境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DF372-B77A-48BB-AE1D-D39669B8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玩家从复生区出发，穿过六个房间，在收集、战斗和门锁机制中逐步接近天台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0CC20-8A88-4F76-B89E-E5FC4FFD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游戏开头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1804646344c1d"/>
          <a:srcRect xmlns:a="http://schemas.openxmlformats.org/drawingml/2006/main" l="0" t="8763" r="0" b="87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00300"/>
            <a:ext cx="4619625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6481C-CFD3-4160-B1E4-9B81C367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开场画面以课堂中睡着的主角为引子，</a:t>
            </a:r>
          </a:p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建立校园梦境的叙事入口。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C4145-D2E6-4D75-A9D0-123D329B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95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4AA86-50F5-466A-8BE3-CBB7134F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主题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5EDBC-07C2-42F1-BF6E-D303C6C9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熟悉的校园空间</a:t>
            </a:r>
          </a:p>
          <a:p xmlns:a="http://schemas.openxmlformats.org/drawingml/2006/main">
            <a:pPr algn="l">
              <a:defRPr sz="18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变成一张需要重新理解的地图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6EB88-E2D8-402D-9CC8-0F00B017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19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小组分工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7B55D-A8EE-4B01-983F-D1F7A107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1104900" cy="14287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98BF4-7D68-4C1E-9FC2-0CD0EB13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程序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A82B6-BFA0-486A-9F70-A449AA62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85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程天岳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5A8E8-99FB-4270-86B0-05CFC1D4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00450"/>
            <a:ext cx="1104900" cy="14287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473B7-4537-40D9-B0F3-F1CDB8A8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771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美术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E4E2E-8807-438B-B48C-76E62E43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3385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王开艺</a:t>
            </a:r>
          </a:p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贾天宇</a:t>
            </a:r>
          </a:p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王麓凯</a:t>
            </a:r>
          </a:p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刘纯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09212-96BA-49E2-A432-7D10CC9B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0450"/>
            <a:ext cx="1104900" cy="14287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D3778-65A0-4493-B4A3-C35B5510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71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6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6F97"/>
                </a:solidFill>
                <a:latin typeface="Microsoft YaHei"/>
                <a:ea typeface="Microsoft YaHei"/>
                <a:cs typeface="Microsoft YaHei"/>
              </a:rPr>
              <a:t>关卡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4B95D-D63B-4E58-8DAD-8369ABE5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3385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程天岳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68A6D-C398-4C75-9F69-BC3CD18D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600450"/>
            <a:ext cx="1104900" cy="14287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20967-0196-4E9D-8B92-F86F8B71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771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战斗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34E9CD-9196-4C94-9799-8639E465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3385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符家鑫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C1B78-872D-4DC4-9C29-15978B9E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视觉语言：黑白手绘场景 + 少量红蓝强调色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AF9BA7-07C2-40A8-ADF8-A00A7E77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ECB0F-F402-46DE-9E0A-B279379A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37263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360CE-44B4-4B02-9583-CB2E94A2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关卡结构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C47CF-DEB8-4F36-BC41-A0648B8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六个房间组成一条由暗到明的校园路线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C671E-9C93-4AAE-96E1-D3C948D2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每个房间承担不同的教学、战斗或叙事功能，门和钥匙把探索节奏串起来。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01b4018314a79"/>
          <a:srcRect xmlns:a="http://schemas.openxmlformats.org/drawingml/2006/main" l="0" t="34375" r="0" b="343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886D4-FA73-4BB2-A81D-BB5EF008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复生区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05C2A-A065-43FB-A001-1EB998C8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进入与复活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0f3d141ab4cd8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3375" y="21717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95471-E274-4E36-9089-545ECFBB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76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教学室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460C7-4950-4339-BD0C-A13573E5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338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移动与跳跃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1c33621974bfc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0950" y="21717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51EBE-D9C9-49A1-BD7E-293A8153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Boss 教室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118CB-7D39-40B6-90D5-2F786D14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338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钟表敌人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79b01bd974144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3053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1CCB7-9E61-4849-B603-C1369737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夜间走廊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BEB13-B0FB-4D0C-89D9-4EA7C3C6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巡逻与收集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6bfd9c6fc44a0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3375" y="43053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4EB63-1981-47CF-B611-4DA4AB06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1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亮起的教室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DB3FC-E914-416C-9550-0BDBFDB3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067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战斗过渡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ad2c1f94d4f5b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0950" y="43053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48F65-9646-4C3B-AD0C-5E712329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1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 明亮天台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B9CD8-69FC-48F2-91CB-5AD766D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067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钟表 Boss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6EC0F6-9DF4-4239-A642-69836697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A27D09-DBCA-42F8-8AE5-E99FB703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8021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E0DDE-90D7-43AD-A108-0FA2AD0E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核心玩法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63CC7-F153-4158-AFA9-592981E8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一套简单输入，支撑完整的探索循环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0D38-2C0A-473B-A69C-344A6D83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玩家在房间之间移动，收集当前房间的 Coin 后才能打开对应的门；敌人用巡逻、追踪和攻击制造压力。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09E26-A5DC-4F52-90EC-69365A21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7BB3F-C5C9-4BD5-8F4F-5EA69C0C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B9F37-190C-41BA-A229-4757CF6C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移动与跳跃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3BA94-3D3B-40AC-90AB-4E031E2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A / D 移动，K 跳跃</a:t>
            </a:r>
          </a:p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处理地面检测与无摩擦移动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935F4-E27F-45EB-B96C-529706C7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860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39EC7-1CF1-4807-88AC-7544D5C6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9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17769-E1A2-461A-AFA3-E8B0F8CB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76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发现敌人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BAF0E-5B05-4ECE-BC9E-66DDB4F3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242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纸片幽灵与钟表</a:t>
            </a:r>
          </a:p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有独立巡逻点、追踪范围和朝向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79D3D-02BB-4E16-9DBA-9FBB6087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860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BD984-F853-4231-AF12-F57DC5C0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E84C3-C9E8-4776-BF2F-22BBDF2F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攻击与受击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4AEBF-BF82-4980-9382-A7478F74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J 触发近战攻击</a:t>
            </a:r>
          </a:p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玩家与敌人都拥有 7 点生命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ACC56-9AD3-4C7C-97C4-FFE3EED9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860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D54A3A"/>
          </a:solidFill>
          <a:ln xmlns:a="http://schemas.openxmlformats.org/drawingml/2006/main" w="9525">
            <a:solidFill>
              <a:srgbClr val="D54A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39099-3352-49F2-96A0-DCDF91EB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9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DE4F2-F056-4E4E-9FF9-F63F9C85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76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收集与开门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2E2CA-D65B-45D8-AB4C-4A061A1B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242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拾取钢笔 Coin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与门交互，进入下一房间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bb119beaa4cef"/>
          <a:stretch xmlns:a="http://schemas.openxmlformats.org/drawingml/2006/main"/>
        </p:blipFill>
        <p:spPr>
          <a:xfrm xmlns:a="http://schemas.openxmlformats.org/drawingml/2006/main">
            <a:off x="10096500" y="5386431"/>
            <a:ext cx="762000" cy="428539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853CA-220D-4A66-A1D7-8649AA4A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292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Coin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52A60-5F78-4408-A63F-C03BD2C4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97360-DD6B-47AF-BDB1-3F0974C1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9327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D572C-E244-4750-B245-724807FD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角色与敌人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41374-AA4E-4CAD-BED6-20356999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角色、纸片幽灵与钟表构成三种对抗关系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9D681-1098-45DB-AC7D-29B8A57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玩家负责探索与近战，纸片幽灵提供移动中的远程压力，钟表承担中后段的近战与 Boss 角色。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FFCCB-6654-4F94-BF65-B8A7F00F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66950"/>
            <a:ext cx="2095500" cy="25241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0d3c10a824d21"/>
          <a:stretch xmlns:a="http://schemas.openxmlformats.org/drawingml/2006/main"/>
        </p:blipFill>
        <p:spPr>
          <a:xfrm xmlns:a="http://schemas.openxmlformats.org/drawingml/2006/main">
            <a:off x="2238375" y="3035754"/>
            <a:ext cx="1809750" cy="31024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D57A2-21F1-41C7-926B-2DA428D3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玩家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D8F9C-42E2-416D-9317-9C1FAE5C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移动 / 跳跃 / 近战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55422-9903-4E59-9FE3-8D71D337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2095500" cy="25241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852053cfa4dfe"/>
          <a:stretch xmlns:a="http://schemas.openxmlformats.org/drawingml/2006/main"/>
        </p:blipFill>
        <p:spPr>
          <a:xfrm xmlns:a="http://schemas.openxmlformats.org/drawingml/2006/main">
            <a:off x="4905375" y="2681822"/>
            <a:ext cx="1809750" cy="101810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27699-D3B1-4D4C-BC19-A05AD7F3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95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纸片幽灵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67E5F-C85B-4A61-9290-2AC781A9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76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巡逻 / 追踪 / 远程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65F1F-7079-4AFC-B273-66BB4D8E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2095500" cy="25241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30b97c64a424c"/>
          <a:stretch xmlns:a="http://schemas.openxmlformats.org/drawingml/2006/main"/>
        </p:blipFill>
        <p:spPr>
          <a:xfrm xmlns:a="http://schemas.openxmlformats.org/drawingml/2006/main">
            <a:off x="7572375" y="2738438"/>
            <a:ext cx="1809750" cy="904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9D229-72BE-45FF-9603-63B8FD0E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95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钟表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101AC-F980-443B-BBCB-A47551F1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76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近战 / 远程 / Boss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66E90-2F96-461F-9DC1-3AAD5589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F3DB1-BD2E-4C26-96C5-D6D63A7C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共通规则：双方生命值均为 7，单次攻击造成 1 点伤害；生命归零后播放受击反馈并消失。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3C672-0467-4B84-A0C5-9544447D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DCB9A-8349-4397-B9D4-8751AC7E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0557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F50E1-FD19-42B4-8722-17C9EEBA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动画与战斗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76624-F6AE-4E31-87B2-41F2F507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Animator 参数把动作和伤害时序连在一起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AB2DD-8B7E-462F-BE39-87BE2EF6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攻击动画不只是视觉反馈，还决定攻击窗口、投射物生成和受击反馈的节奏。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65103-50F6-4E4C-BCE3-6A229409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275AE-049D-4ECD-A8FC-9592B2EC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0D143-5EEC-4D0A-9366-A6AD73F2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 / 敌人距离 / 冷却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31A38-E674-43DD-8B29-67BBA55B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71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54A3A"/>
          </a:solidFill>
          <a:ln xmlns:a="http://schemas.openxmlformats.org/drawingml/2006/main" w="9525">
            <a:solidFill>
              <a:srgbClr val="D5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69762-935A-478D-B453-F9424BC2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62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Animator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05C4D-5957-474A-901A-3D8732A3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attack / rangedAttack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7039A-C5AA-403E-967C-6037FA96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9525">
            <a:solidFill>
              <a:srgbClr val="2A6F9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15369-EB1E-4981-B22A-0B53911E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攻击窗口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11E31-C6FD-4CB2-A650-E7C2A4B3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近战范围或投射物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14B45-1A63-4087-814F-26B88AFB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571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5FCC1-0BF9-4A6D-85EA-78AA46E0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62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01293-01D3-429F-B33E-0E77ADE7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扣血 / 数字 / 击退 / 消失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47608-E5B3-4789-A999-C70081BF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solidFill>
              <a:srgbClr val="E6E0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2966D-294E-47F5-853E-DAE3A209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solidFill>
              <a:srgbClr val="E6E0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5CE89-4347-4823-8576-C91FE9AE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solidFill>
              <a:srgbClr val="E6E0D5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47548fca1404c"/>
          <a:stretch xmlns:a="http://schemas.openxmlformats.org/drawingml/2006/main"/>
        </p:blipFill>
        <p:spPr>
          <a:xfrm xmlns:a="http://schemas.openxmlformats.org/drawingml/2006/main">
            <a:off x="857250" y="4783282"/>
            <a:ext cx="1619250" cy="910936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437F73-0ECF-4FC8-8E46-5B8C5BF4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101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纸片幽灵：attack 触发远程动画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c898d80ba4179"/>
          <a:stretch xmlns:a="http://schemas.openxmlformats.org/drawingml/2006/main"/>
        </p:blipFill>
        <p:spPr>
          <a:xfrm xmlns:a="http://schemas.openxmlformats.org/drawingml/2006/main">
            <a:off x="7762875" y="4833938"/>
            <a:ext cx="1619250" cy="8096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591B8-9D27-4EB4-93FA-AD1CC6C2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10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钟表 Boss：attack + rangedAttack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FDAFA7-7E10-43E9-A4D3-90F7DE31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30F7F-1314-44AE-BF87-E4BB5AFE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6876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A9B0E-7EA8-4D89-9032-AC22BF87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技术实现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A4964-CB82-403A-81F1-FFFEB124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运行时内容集中到 Main Content，方便继续调整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ADD07-3036-4105-8A55-01467054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场景保持清晰，房间内容由脚本统一生成；核心能力拆成玩家、敌人、生命和关卡交互四组模块。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C32B0-A3F0-438B-BFE4-20FB0001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3813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267B1-EB41-4181-B120-2F545CEE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场景层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D792B-05F9-4256-9D2E-4A6810F8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main.unity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六个 Tilemap 房间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Main Content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Room Content Spawner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5A24D-07FE-4CC9-AE20-6D9DE16D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3813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A4EC4-AC85-48DA-B28C-9403FC85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38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6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A6F97"/>
                </a:solidFill>
                <a:latin typeface="Microsoft YaHei"/>
                <a:ea typeface="Microsoft YaHei"/>
                <a:cs typeface="Microsoft YaHei"/>
              </a:rPr>
              <a:t>行为层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52F9D-0F1B-4180-94F5-0434A874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Player2DController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EnemyAI / EnemyPatrol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EnemyAttack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EnemyRangedAttack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A287A-B961-4D90-8A18-D9D019E3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33813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0C3B9-E860-4E56-A5E7-3A92319D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反馈层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8F725-200D-4D18-B9E7-FD9C7122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Health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DamageNumber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EnemyHitReaction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CoinRoomPickup / SchoolDoor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6AC8F-830F-4C89-9D7C-A765B311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Unity 2022.3.62f1c1  ·  URP 2D  ·  GitHub 公开仓库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30089-3958-4FC3-96E6-16BD9AEF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025CA-A0B3-45B6-8817-3BCF5888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014633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1B754-AB20-49BB-88A7-25BBB738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小组成员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6AACB-AE5C-4E02-82B4-EB6F8C3E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成员与分工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72A5F-8913-4306-BDB1-78603A0C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以下分工按当前工程模块整理，学校名称请在定稿前补充；如课程记录有正式分工，可直接替换正文。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12F34-565E-4C23-87BC-76208830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E19FB-6618-4504-AAEB-0D7686E7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成员姓名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CBC72-4369-42B7-B719-35678699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171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符家鑫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程天岳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王开艺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贾天宇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王麓凯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刘纯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4973A-1686-4603-8D56-734A8366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学校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9599C-4FEE-4CB0-8380-B134F7FF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［请填写学校名称］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18A5A-1A34-4AFC-BE82-D04EB7B0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分工概览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317E8-2936-46B6-9FA4-659333C5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程序：程天岳</a:t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美术：王开艺、贾天宇、王麓凯、刘纯</a:t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关卡：程天岳</a:t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战斗：符家鑫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69075-C37B-47AB-A4F9-8C51706B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学校名称：［请填写学校名称］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3FFE8-4C26-49D1-BC63-9B6A6D79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8BAAE-6A63-4EB3-BB3D-CF832839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1171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2026-10-07T04:49:13.1390000Z</dcterms:created>
  <dcterms:modified xsi:type="dcterms:W3CDTF">2026-10-07T04:49:13.1390000Z</dcterms:modified>
</coreProperties>
</file>